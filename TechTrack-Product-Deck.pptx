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 Resolved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7</c:v>
                </c:pt>
                <c:pt idx="3">
                  <c:v>15</c:v>
                </c:pt>
                <c:pt idx="4">
                  <c:v>11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3474720"/>
            <a:ext cx="137160" cy="137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TechTrack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Chaos to Clarity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Issue Intelligence for Every Team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4023360"/>
            <a:ext cx="1371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Konnect Insights  ·  Multi-Tenant SaaS  ·  50+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4754880"/>
            <a:ext cx="201168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54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 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286000"/>
            <a:ext cx="1234440" cy="1005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3317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52760" y="2286000"/>
            <a:ext cx="1234440" cy="1005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52760" y="23317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652760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3566160"/>
            <a:ext cx="1234440" cy="1005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6118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35440" y="41879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Themes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52760" y="3566160"/>
            <a:ext cx="1234440" cy="1005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2760" y="36118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0652760" y="41879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teams lose hours every day to broken workflows and missed issues.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8308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1208" y="2651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Reports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reported via WhatsApp, email, spreadsheets — lost and forgotten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178308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78308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07408" y="2651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Blindness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07408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deadline tracking. Critical bugs resolved days late with no alert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178308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93608" y="2651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08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reports a bug but never knows if it's fixed or even seen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8620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21208" y="4754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" y="5120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overloaded? Who fixed what? Zero audit trail or history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06240" y="388620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388620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407408" y="4754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07408" y="5120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email + Slack + spreadsheets = disconnected context everywhere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88620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92440" y="388620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293608" y="4754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Multi-team Chaos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93608" y="5120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issues across multiple clients or brands is impossible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Issue. Every Team.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0116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TechTrack gives every team — Engineering, CS, QA, Sales, Product — a single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to raise, track, resolve and analyse every issue.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3017520"/>
            <a:ext cx="365760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3017520"/>
            <a:ext cx="36576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44074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gets their own isolated, white-labeled workspace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3017520"/>
            <a:ext cx="365760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3017520"/>
            <a:ext cx="36576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3484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44074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issue against SLA deadlines. Auto-alert on breaches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3017520"/>
            <a:ext cx="365760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3017520"/>
            <a:ext cx="36576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36676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44074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triages, summarises, and suggests priority automatically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15600" y="3200400"/>
            <a:ext cx="2743200" cy="2743200"/>
          </a:xfrm>
          <a:prstGeom prst="ellipse">
            <a:avLst/>
          </a:prstGeom>
          <a:solidFill>
            <a:srgbClr val="F5A623">
              <a:alpha val="4000"/>
            </a:srgbClr>
          </a:solidFill>
          <a:ln w="12700">
            <a:solidFill>
              <a:srgbClr val="F5A623">
                <a:alpha val="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access. Complete control. Zero friction.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37490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374904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👑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(Asif)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31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all brands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4315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Major Admins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4700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feature tiers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5084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workspaces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5468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41648" y="34655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24528" y="1783080"/>
            <a:ext cx="37490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24528" y="1783080"/>
            <a:ext cx="37490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BRAND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42492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61688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🏢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361688" y="3200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Admin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61688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Admin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61688" y="3931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their workspace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61688" y="4315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manage users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61688" y="4700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branding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61688" y="5084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SLA rules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61688" y="5468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91856" y="34655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74736" y="1783080"/>
            <a:ext cx="37490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74736" y="1783080"/>
            <a:ext cx="374904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375136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311896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311896" y="3200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Users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11896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CS / QA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11896" y="3931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new issues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11896" y="4315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assigned issues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11896" y="4700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comments &amp; updates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311896" y="5084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 on tasks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311896" y="5468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email alerts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Features. One Platform.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engineering teams need — out of the box, no plugins, no add-ons.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194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Open → WIP → Testing → Resolved with SLA timers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3192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194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cards across custom status columns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2194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sprints, track burndown, measure velocity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46304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9944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7552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99448" y="2194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auto-suggests priority, module, and impact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9319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SLA compliance, dev workload, module health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31920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9319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notifications on user add, issue assign, status change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2764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03720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27648" y="39319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Jira, ServiceNow, GitHub, or any REST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89720" y="320040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9944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875520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99448" y="39319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passwords, rate limiting, session expiry, audit trail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93776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60120" y="5102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84048" y="5669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On-Call schedules, Peer Reviews, @mentions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46120" y="493776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55848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3931920" y="5102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55848" y="5669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any feature per brand per tier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493776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27648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903720" y="5102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27648" y="5669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/status page — show system health to customers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189720" y="4937760"/>
            <a:ext cx="2788920" cy="1554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299448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9875520" y="5102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Ready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299448" y="5669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with 11 beautiful themes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Scale: Multi-Tenant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 lives in complete isolation. One owner controls everything.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80560" y="1691640"/>
            <a:ext cx="320040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91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Product Owner (Asif)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2606040"/>
            <a:ext cx="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8046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668780" y="3063240"/>
            <a:ext cx="0" cy="13716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32004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200400"/>
            <a:ext cx="2788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21868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Konnect Insights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3703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Isolated DB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40416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8 users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43708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142 issues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5074920"/>
            <a:ext cx="73152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50749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40580" y="3063240"/>
            <a:ext cx="0" cy="13716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46120" y="32004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200400"/>
            <a:ext cx="27889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21868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Atomberg Tech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55848" y="3703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Isolated DB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55848" y="40416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5 users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5848" y="43708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67 issues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5074920"/>
            <a:ext cx="73152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50749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12380" y="3063240"/>
            <a:ext cx="0" cy="13716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2004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200400"/>
            <a:ext cx="2788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321868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27648" y="3703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Isolated DB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27648" y="40416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12 users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27648" y="43708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203 issues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27648" y="5074920"/>
            <a:ext cx="7315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50749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584180" y="3063240"/>
            <a:ext cx="0" cy="13716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9189720" y="32004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89720" y="3200400"/>
            <a:ext cx="278892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9448" y="321868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StartupXYZ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299448" y="3703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Isolated DB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99448" y="40416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 users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99448" y="43708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28 issues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299448" y="5074920"/>
            <a:ext cx="73152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9448" y="50749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5806440"/>
            <a:ext cx="1161288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833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100% Data Isolation:  Each brand's data lives in a separate file.  Konnect users NEVER see Atomberg data and vice versa.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developers. Every team that touches a customer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240280" cy="4937760"/>
          </a:xfrm>
          <a:prstGeom prst="rect">
            <a:avLst/>
          </a:prstGeom>
          <a:solidFill>
            <a:srgbClr val="1A1B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24028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6112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own issues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0632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Sprint workflow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8404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linking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4617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 + alerts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539496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triage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51760" y="1463040"/>
            <a:ext cx="2240280" cy="4937760"/>
          </a:xfrm>
          <a:prstGeom prst="rect">
            <a:avLst/>
          </a:prstGeom>
          <a:solidFill>
            <a:srgbClr val="1A1B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463040"/>
            <a:ext cx="224028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73552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61488" y="22860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bugs from clients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61488" y="30632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resolution status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61488" y="38404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updates on changes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61488" y="4617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visibility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61488" y="539496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issue publicly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1463040"/>
            <a:ext cx="2240280" cy="4937760"/>
          </a:xfrm>
          <a:prstGeom prst="rect">
            <a:avLst/>
          </a:prstGeom>
          <a:solidFill>
            <a:srgbClr val="1A1B2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463040"/>
            <a:ext cx="224028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50992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38928" y="22860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test-fail issues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38928" y="30632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workflow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38928" y="38404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for test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38928" y="4617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issue dependencies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38928" y="539496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health scores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06640" y="1463040"/>
            <a:ext cx="2240280" cy="4937760"/>
          </a:xfrm>
          <a:prstGeom prst="rect">
            <a:avLst/>
          </a:prstGeom>
          <a:solidFill>
            <a:srgbClr val="1A1B27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1463040"/>
            <a:ext cx="22402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028432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16368" y="22860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deal-blocking bugs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16368" y="30632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escalation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16368" y="38404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fix timelines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16368" y="4617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impact tracking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16368" y="539496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to share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84080" y="1463040"/>
            <a:ext cx="2240280" cy="4937760"/>
          </a:xfrm>
          <a:prstGeom prst="rect">
            <a:avLst/>
          </a:prstGeom>
          <a:solidFill>
            <a:srgbClr val="1A1B27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0" y="1463040"/>
            <a:ext cx="2240280" cy="6858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0405872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893808" y="22860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 tracking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93808" y="30632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893808" y="38404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generation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93808" y="4617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reports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893808" y="539496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Intelligence &amp; Analytics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where every issue stands — before it becomes a crisis.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SLA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2971800"/>
            <a:ext cx="251460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971800"/>
            <a:ext cx="238887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87452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74520"/>
            <a:ext cx="278892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SLA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51460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971800"/>
            <a:ext cx="2137410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87452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874520"/>
            <a:ext cx="27889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SLA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55080" y="2971800"/>
            <a:ext cx="251460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971800"/>
            <a:ext cx="150876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187452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89720" y="1874520"/>
            <a:ext cx="27889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 SLA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26880" y="2971800"/>
            <a:ext cx="251460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2971800"/>
            <a:ext cx="62865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65760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3840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411480" y="4645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365760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83280" y="3840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4.2h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3383280" y="4645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65760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55080" y="3840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6355080" y="4645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 Today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89720" y="3657600"/>
            <a:ext cx="2788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326880" y="3840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9326880" y="4645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Breaches</a:t>
            </a:r>
            <a:endParaRPr lang="en-US" sz="11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274320" y="5074920"/>
          <a:ext cx="1188720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Text 40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Entire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issues to Jira, receive GitHub commits, trigger Slack/webhook alerts, and let AI triage for you.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🔷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148840"/>
            <a:ext cx="868680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48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sync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Jira issues when TechTrack issues are raised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554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🐙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06908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9080" y="2148840"/>
            <a:ext cx="1124712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14884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linking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commits to issues. Auto-close on merge.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4088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040880" y="2148840"/>
            <a:ext cx="804672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48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sync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55080" y="2468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incidents to ServiceNow ITSM automatically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89720" y="1554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01268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012680" y="2148840"/>
            <a:ext cx="1252728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2148840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326880" y="2468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webhook alerts for critical issues and SLA breaches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9728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SMTP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97280" y="4434840"/>
            <a:ext cx="1060704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44348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11480" y="4754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HTML emails for every workflow event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3840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8328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406908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069080" y="4434840"/>
            <a:ext cx="868680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4434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83280" y="4754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triage, comment summaries, and daily standup digests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840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5508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704088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REST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040880" y="4434840"/>
            <a:ext cx="868680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4434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55080" y="4754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any internal API. Fully configurable endpoint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89720" y="3840480"/>
            <a:ext cx="2788920" cy="20116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32688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1001268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0012680" y="4434840"/>
            <a:ext cx="868680" cy="201168"/>
          </a:xfrm>
          <a:prstGeom prst="rect">
            <a:avLst/>
          </a:prstGeom>
          <a:solidFill>
            <a:srgbClr val="0D0E14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12680" y="4434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326880" y="4754880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Zapier, n8n, or any automation on issue events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isolated, encrypted, and protected at every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37673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376732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78992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8992" y="2395728"/>
            <a:ext cx="868680" cy="2103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39572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hashed with bcrypt (cost 10). Plain-text credentials never stored.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24528" y="1828800"/>
            <a:ext cx="37673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24528" y="1828800"/>
            <a:ext cx="376732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2395728"/>
            <a:ext cx="1211580" cy="2103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395728"/>
            <a:ext cx="12115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Protection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61688" y="2788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attempts per IP per 15 minutes. Brute-force attacks blocked automatically.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74736" y="1828800"/>
            <a:ext cx="37673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74736" y="1828800"/>
            <a:ext cx="376732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1896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7940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79408" y="2395728"/>
            <a:ext cx="1280160" cy="2103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239572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11896" y="2788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auto-expire in 8 hours (or 30 days with Remember Me). Invalid tokens rejected.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114800"/>
            <a:ext cx="37673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114800"/>
            <a:ext cx="376732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78992" y="4315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78992" y="4681728"/>
            <a:ext cx="1005840" cy="2103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68172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" y="5074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brand's data in a separate file. Cross-brand data access is architecturally impossible.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24528" y="4114800"/>
            <a:ext cx="37673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24528" y="4114800"/>
            <a:ext cx="376732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61688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029200" y="4315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4681728"/>
            <a:ext cx="868680" cy="2103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68172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61688" y="5074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user, timestamp, and issue ID. Tamper-evident activity log.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74736" y="4114800"/>
            <a:ext cx="37673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74736" y="4114800"/>
            <a:ext cx="376732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11896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8979408" y="4315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Policies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979408" y="4681728"/>
            <a:ext cx="1143000" cy="2103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79408" y="468172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11896" y="5074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length enforcement, force-change on first login, admin reset controls.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Scale when you need to. No hidden fees.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11880" cy="5212080"/>
          </a:xfrm>
          <a:prstGeom prst="rect">
            <a:avLst/>
          </a:prstGeom>
          <a:solidFill>
            <a:srgbClr val="13141D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611880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715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forever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small teams getting started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5584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 &amp; management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62102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15137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issues &amp; watchers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41655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68172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page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94690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users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6172200"/>
            <a:ext cx="3337560" cy="38404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172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Free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1417320"/>
            <a:ext cx="3611880" cy="5212080"/>
          </a:xfrm>
          <a:prstGeom prst="rect">
            <a:avLst/>
          </a:prstGeom>
          <a:solidFill>
            <a:srgbClr val="1A1B27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1417320"/>
            <a:ext cx="36118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417320"/>
            <a:ext cx="1188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34840" y="1490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34840" y="20756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4434840" y="2715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per brand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growing engineering team needs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338328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35584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34840" y="362102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&amp; sprints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388620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triage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415137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workload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34840" y="441655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&amp; tags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34840" y="468172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34840" y="494690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schedules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34840" y="521208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bar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34840" y="547725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workflow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34840" y="574243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users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34840" y="6172200"/>
            <a:ext cx="33375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6172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Pro Trial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38160" y="1417320"/>
            <a:ext cx="3611880" cy="5212080"/>
          </a:xfrm>
          <a:prstGeom prst="rect">
            <a:avLst/>
          </a:prstGeom>
          <a:solidFill>
            <a:srgbClr val="13141D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38160" y="1417320"/>
            <a:ext cx="36118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1490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75320" y="20756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8275320" y="2715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per brand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7532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 for complex engineering orgs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75320" y="338328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335584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75320" y="362102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ServiceNow / GitHub sync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275320" y="388620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 automation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275320" y="415137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API integrations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75320" y="441655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predictor (AI)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275320" y="468172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75320" y="494690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275320" y="521208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275320" y="6172200"/>
            <a:ext cx="33375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75320" y="6172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TechTrack?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growing teams. Not a $500/month enterprise bloatware.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92608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155448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13716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13716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691640"/>
            <a:ext cx="155448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81160" y="1691640"/>
            <a:ext cx="164592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691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76272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7627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/ White-label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176272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17627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176272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7627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2176272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17627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80960" y="2176272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217627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81160" y="2176272"/>
            <a:ext cx="1645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217627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596896"/>
            <a:ext cx="29260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5968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email notifications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2596896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59689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596896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596896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2596896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2596896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80960" y="2596896"/>
            <a:ext cx="15544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259689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81160" y="2596896"/>
            <a:ext cx="164592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259689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017520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01752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triage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46120" y="3017520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301752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46320" y="3017520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01752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add-on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63640" y="3017520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01752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80960" y="3017520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301752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281160" y="3017520"/>
            <a:ext cx="1645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6880" y="301752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3438144"/>
            <a:ext cx="29260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43814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tracking &amp; alerts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46120" y="3438144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343814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846320" y="3438144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343814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63640" y="3438144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43814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680960" y="3438144"/>
            <a:ext cx="15544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26680" y="343814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281160" y="3438144"/>
            <a:ext cx="164592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26880" y="343814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74320" y="3858768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85876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per brand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46120" y="3858768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0" y="385876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846320" y="3858768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3858768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263640" y="3858768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858768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680960" y="3858768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26680" y="385876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281160" y="3858768"/>
            <a:ext cx="1645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26880" y="3858768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74320" y="4279392"/>
            <a:ext cx="29260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427939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 analytics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246120" y="4279392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1840" y="427939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846320" y="4279392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92040" y="427939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263640" y="4279392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427939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680960" y="4279392"/>
            <a:ext cx="15544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26680" y="427939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9281160" y="4279392"/>
            <a:ext cx="164592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326880" y="427939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274320" y="4700016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470001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page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246120" y="4700016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91840" y="470001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4846320" y="4700016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92040" y="4700016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6263640" y="4700016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09360" y="4700016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7680960" y="4700016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726680" y="470001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9281160" y="4700016"/>
            <a:ext cx="1645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326880" y="47000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274320" y="5120640"/>
            <a:ext cx="29260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20040" y="512064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/ Self-hosted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3246120" y="5120640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91840" y="512064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4846320" y="5120640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92040" y="512064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263640" y="5120640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09360" y="512064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7680960" y="5120640"/>
            <a:ext cx="15544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726680" y="512064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9281160" y="5120640"/>
            <a:ext cx="164592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326880" y="512064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274320" y="5541264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0040" y="554126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3246120" y="5541264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91840" y="554126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4846320" y="5541264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892040" y="554126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$7.75/user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6263640" y="5541264"/>
            <a:ext cx="13716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309360" y="554126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$8/user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7680960" y="5541264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726680" y="554126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9281160" y="5541264"/>
            <a:ext cx="1645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326880" y="55412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274320" y="5961888"/>
            <a:ext cx="29260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20040" y="59618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3246120" y="5961888"/>
            <a:ext cx="1554480" cy="393192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291840" y="596188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4846320" y="5961888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892040" y="5961888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6263640" y="5961888"/>
            <a:ext cx="137160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309360" y="5961888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050" dirty="0"/>
          </a:p>
        </p:txBody>
      </p:sp>
      <p:sp>
        <p:nvSpPr>
          <p:cNvPr id="134" name="Shape 132"/>
          <p:cNvSpPr/>
          <p:nvPr/>
        </p:nvSpPr>
        <p:spPr>
          <a:xfrm>
            <a:off x="7680960" y="5961888"/>
            <a:ext cx="155448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726680" y="596188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9281160" y="5961888"/>
            <a:ext cx="1645920" cy="393192"/>
          </a:xfrm>
          <a:prstGeom prst="rect">
            <a:avLst/>
          </a:prstGeom>
          <a:solidFill>
            <a:srgbClr val="F8F9F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326880" y="5961888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for Real Teams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 achieve after switching to TechTrack: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88920" cy="18288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788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84048" y="24231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42% before TechTrack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88920" cy="18288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508760"/>
            <a:ext cx="2788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00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355848" y="24231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issue resolution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55848" y="278892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dropped from 18h to 5.8h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788920" cy="18288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08760"/>
            <a:ext cx="2788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00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327648" y="24231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27648" y="278892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timestamp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1508760"/>
            <a:ext cx="2788920" cy="18288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508760"/>
            <a:ext cx="2788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600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9299448" y="24231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'Where is my bug?' calls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99448" y="278892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has full real-time visibility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3767328" cy="29260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" y="374904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Konnect Insights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8912" y="4224528"/>
            <a:ext cx="3438144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343400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"Engineering + CS team aligned. Real-time visibility reduced escalations by 60%"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24528" y="3566160"/>
            <a:ext cx="3767328" cy="29260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89120" y="374904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Software Dev Team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389120" y="4224528"/>
            <a:ext cx="3438144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343400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"Sprint planning + Kanban. Dev velocity improved 35% with AI triage saving 2h/day"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74736" y="3566160"/>
            <a:ext cx="3767328" cy="29260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39328" y="3749040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E-commerce Platform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39328" y="4224528"/>
            <a:ext cx="3438144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343400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"Critical SLA alerts for payment bugs. Zero critical SLA breach in 3 months"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Deploy Anywhere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server. No DevOps. Runs on any machine with Node.js installed.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55648"/>
            <a:ext cx="3767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78992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78992" y="2286000"/>
            <a:ext cx="66202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86000"/>
            <a:ext cx="662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 server. Runs anywhere Node runs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1755648"/>
            <a:ext cx="3767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61688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HTML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0" y="2286000"/>
            <a:ext cx="727862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286000"/>
            <a:ext cx="7278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61688" y="262432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framework dependencies. 828KB single-file app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74736" y="1755648"/>
            <a:ext cx="3767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11896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🗃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979408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Storage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79408" y="2286000"/>
            <a:ext cx="727862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9408" y="2286000"/>
            <a:ext cx="7278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11896" y="262432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brand. Zero DB setup. Easy backup.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3767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78992" y="3931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/ Gmail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078992" y="4297680"/>
            <a:ext cx="530352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2976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46360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HTML emails via Gmail SMTP or any SMTP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24528" y="3767328"/>
            <a:ext cx="3767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61688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029200" y="3931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029200" y="4297680"/>
            <a:ext cx="332842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297680"/>
            <a:ext cx="332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61688" y="46360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triage, summaries, and daily standups via Gemini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74736" y="3767328"/>
            <a:ext cx="3767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11896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979408" y="3931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Rate Limit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979408" y="4297680"/>
            <a:ext cx="727862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79408" y="4297680"/>
            <a:ext cx="7278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11896" y="46360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with minimal infrastructure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5852160"/>
            <a:ext cx="1161288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8795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🌐 ngrok (instant share)     ☁️ Railway (free cloud)     🖥 VPS/DigitalOcean     💻 Your own server     All in under 5 minutes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1704320" y="6492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F5A623">
              <a:alpha val="7000"/>
            </a:srgbClr>
          </a:solidFill>
          <a:ln w="12700">
            <a:solidFill>
              <a:srgbClr val="F5A623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828800"/>
            <a:ext cx="54864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40680" y="548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Team Tracks Issues?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3520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engineering teams who've moved from chaos to clarity with TechTrack.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4206240"/>
            <a:ext cx="256032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2062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Free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4206240"/>
            <a:ext cx="256032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2062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asif@konnectinsights.com   ·   🌐 Konnect Insights   ·   Built with ♥ for Engineering Teams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TechTrack  |  Engineering Issue Intelligence  |  Free · Pro · Enterprise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TechTrack — Product Deck</dc:title>
  <dc:subject>PptxGenJS Presentation</dc:subject>
  <dc:creator>Asif — Konnect Insights</dc:creator>
  <cp:lastModifiedBy>Asif — Konnect Insights</cp:lastModifiedBy>
  <cp:revision>1</cp:revision>
  <dcterms:created xsi:type="dcterms:W3CDTF">2026-06-04T10:59:40Z</dcterms:created>
  <dcterms:modified xsi:type="dcterms:W3CDTF">2026-06-04T10:59:40Z</dcterms:modified>
</cp:coreProperties>
</file>