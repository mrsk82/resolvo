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7315200" cy="73152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2788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33832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AI-powered, multi-tenant issue &amp; support platform for engineering teams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4023360"/>
            <a:ext cx="12801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·  Email Ticketing  ·  Issue Tracking  ·  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663440"/>
            <a:ext cx="21031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Demo 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10312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1488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2761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52760" y="210312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52760" y="21488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652760" y="2761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342900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4747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35440" y="4087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52760" y="3429000"/>
            <a:ext cx="1234440" cy="105156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0" y="34747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652760" y="40873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team struggles with the same chaos — scattered reports, missed SLAs, zero visibility.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27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27632"/>
            <a:ext cx="37673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78992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Reports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via WhatsApp, email, Slack, spreadsheets — lost before anyone sees them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627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1627632"/>
            <a:ext cx="37673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Blindness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61688" y="2523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deadline tracking. Critical bugs resolved days late. Zero warning.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74736" y="1627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4736" y="1627632"/>
            <a:ext cx="376732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79408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11896" y="2523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reports a bug but never knows if it's been seen, assigned, or fixed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13632"/>
            <a:ext cx="376732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78992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" y="4809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overloaded? Who broke SLA? Zero history, zero audit trail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24528" y="3913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24528" y="3913632"/>
            <a:ext cx="376732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029200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61688" y="4809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tools, 4 logins — context lost everywhere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74736" y="3913632"/>
            <a:ext cx="376732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74736" y="3913632"/>
            <a:ext cx="376732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979408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Chaos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11896" y="480974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issues across multiple clients from one place? Impossible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Team. Every Issue.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 unifies issue tracking, AI triage, email ticketing, and analytics under one roof — for every team in your company.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7452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Kanban · Sprints · AI triage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4297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50292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5394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5760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74520"/>
            <a:ext cx="27889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832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Freshdesk-style inbox · Auto-resolve · CSAT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4297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ticket auto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spam filter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50292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5394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rules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5760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from platform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87452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3550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550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clusters · Churn risk · Revenue impact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42976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50292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5394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57607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1874520"/>
            <a:ext cx="2788920" cy="44348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89720" y="187452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9326880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32688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· SLA compliance · User performance · CSV export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company runs their own isolated workspace.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600200"/>
            <a:ext cx="37490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600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Product Owner (You)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0760" y="2377440"/>
            <a:ext cx="0" cy="45720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2834640"/>
            <a:ext cx="9418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687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26080"/>
            <a:ext cx="27889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Konnect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3877056"/>
            <a:ext cx="731520" cy="20116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3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8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142 issues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897880"/>
            <a:ext cx="26060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897880"/>
            <a:ext cx="221513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05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2461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27889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Atomberg Tech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519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3877056"/>
            <a:ext cx="731520" cy="201168"/>
          </a:xfrm>
          <a:prstGeom prst="rect">
            <a:avLst/>
          </a:prstGeom>
          <a:solidFill>
            <a:srgbClr val="2563EB">
              <a:alpha val="13000"/>
            </a:srgbClr>
          </a:solidFill>
          <a:ln w="12700">
            <a:solidFill>
              <a:srgbClr val="2563EB">
                <a:alpha val="33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5 users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67 issues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5897880"/>
            <a:ext cx="26060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5897880"/>
            <a:ext cx="2397557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123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2926080"/>
            <a:ext cx="27889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Chandran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7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3877056"/>
            <a:ext cx="731520" cy="20116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33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 users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28 issues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5897880"/>
            <a:ext cx="260604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5897880"/>
            <a:ext cx="1693926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84180" y="2834640"/>
            <a:ext cx="0" cy="10972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9189720" y="2926080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189720" y="2926080"/>
            <a:ext cx="2788920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Client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811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1955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8116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195560" y="3877056"/>
            <a:ext cx="731520" cy="201168"/>
          </a:xfrm>
          <a:prstGeom prst="rect">
            <a:avLst/>
          </a:prstGeom>
          <a:solidFill>
            <a:srgbClr val="6B7280">
              <a:alpha val="13000"/>
            </a:srgbClr>
          </a:solidFill>
          <a:ln w="12700">
            <a:solidFill>
              <a:srgbClr val="6B7280">
                <a:alpha val="33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9556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2811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0 users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28116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0 issues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28116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Isolated DB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Intelligence Hub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 doesn't just track issues — it thinks about them for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Clustering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issues by root cause automatically. 'Login fails on Safari', 'Auth token expired', '2FA broken' → ONE cluster. Fix all at once.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788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959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558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resolved issue comes back, Resolvo auto-flags it and links to the original: 'This looks like ISS-0089 from March — it's back.'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0876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677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 Breach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276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before breach happens: 'Dev A averages 18h on Medium issues. SLA is 24h. At current pace — breach probability: 78%.'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150876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50876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39528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Tracking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99448" y="233172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issues with ₹ at risk. Dashboard shows total revenue exposed: '₹12.8L at risk across 5 open issues.'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1480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😤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241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Sentiment-Triggered Escalation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40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angry customers from email language. Score &lt;30 → auto-escalate to Critical. 'EXTREMELY FRUSTRATED' → immediate alert.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4114800"/>
            <a:ext cx="2788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9959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3558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0–100 health score from ticket patterns. Shows at-risk customers before they churn.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411480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9677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276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1-5 star satisfaction survey after ticket resolves. Customer clicks an emoji. Track CSAT per agent, per module.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89720" y="4114800"/>
            <a:ext cx="2788920" cy="237744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89720" y="411480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944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9939528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Auto-Resolve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299448" y="4937760"/>
            <a:ext cx="25786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rules: 'If subject matches Delivery Status Notification → auto-close, send reply.' No agent needed.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Email Ticketing — Built-In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Freshdesk-style support inbox. No extra tool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72768"/>
            <a:ext cx="54864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Inbox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648 tickets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57984"/>
            <a:ext cx="5486400" cy="1325880"/>
          </a:xfrm>
          <a:prstGeom prst="rect">
            <a:avLst/>
          </a:prstGeom>
          <a:solidFill>
            <a:srgbClr val="FFF7E6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05456"/>
            <a:ext cx="475488" cy="475488"/>
          </a:xfrm>
          <a:prstGeom prst="ellipse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timeout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john@acme.com — click to open full thread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9264" y="2962656"/>
            <a:ext cx="594360" cy="18288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962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27632" y="2962656"/>
            <a:ext cx="594360" cy="18288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2962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2304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ago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75304"/>
            <a:ext cx="5486400" cy="1325880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22776"/>
            <a:ext cx="475488" cy="475488"/>
          </a:xfrm>
          <a:prstGeom prst="ellipse">
            <a:avLst/>
          </a:prstGeom>
          <a:solidFill>
            <a:srgbClr val="D97706">
              <a:alpha val="13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3721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fails on Safari 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4069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sarah@beta.io — click to open full thread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9264" y="4379976"/>
            <a:ext cx="594360" cy="18288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>
                <a:alpha val="27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43799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27632" y="4379976"/>
            <a:ext cx="594360" cy="18288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>
                <a:alpha val="27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43799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 ago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992624"/>
            <a:ext cx="5486400" cy="1325880"/>
          </a:xfrm>
          <a:prstGeom prst="rect">
            <a:avLst/>
          </a:prstGeom>
          <a:solidFill>
            <a:srgbClr val="FFFFFF"/>
          </a:solidFill>
          <a:ln w="381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5340096"/>
            <a:ext cx="475488" cy="475488"/>
          </a:xfrm>
          <a:prstGeom prst="ellipse">
            <a:avLst/>
          </a:prstGeom>
          <a:solidFill>
            <a:srgbClr val="2563EB">
              <a:alpha val="13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" y="5138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not loading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9264" y="5486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mike@gamma.co — click to open full thread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9264" y="5797296"/>
            <a:ext cx="594360" cy="18288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7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5797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27632" y="5797296"/>
            <a:ext cx="594360" cy="18288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7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27632" y="5797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9200" y="51389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ago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16642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Email → ticket automatically (any IMAP/Gmail)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2194560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23591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sentiment detection auto-escalates angry customers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2889504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305409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Smart spam filter blocks bounces &amp; auto-notifications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3584448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7490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Reply from platform → email sent back to customer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89320" y="4279392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444398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'Raise as Issue' links ticket to tech team issue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89320" y="4974336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9320" y="51389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CSAT survey auto-sent after ticket resolved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89320" y="5669280"/>
            <a:ext cx="5852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58338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Zero-touch auto-resolve for repetitive patterns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&amp; Reporting — Full Visibility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lead and admin gets real-time data to make faster decisions and prevent SLA breaches.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Issue Reports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issues by status &amp; priority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health scores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performance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&amp; WIP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full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SLA &amp; Compliance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 (%)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 issues history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trend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 config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predictor (AI)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 &amp; Team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raised per user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per user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per user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logged per task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89720" y="1508760"/>
            <a:ext cx="2788920" cy="49834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89720" y="1508760"/>
            <a:ext cx="2788920" cy="475488"/>
          </a:xfrm>
          <a:prstGeom prst="rect">
            <a:avLst/>
          </a:prstGeom>
          <a:solidFill>
            <a:srgbClr val="13141D"/>
          </a:solidFill>
          <a:ln w="12700">
            <a:solidFill>
              <a:srgbClr val="1F21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9448" y="15819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Email Tickets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99448" y="213055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by status chart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99448" y="29626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 response 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99448" y="379476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99448" y="462686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senders heatmap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99448" y="54589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volume trend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Features. Day One. No Setup.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ships out of the box. No plugins. No configuration marathon.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 + SLA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with configurable SLA timers per priority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044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with SLA badges and age indicators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762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charts, velocity tracking, story points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572768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9944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48088" y="17190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(Gemini)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99448" y="2167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priority, module, impact suggestions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Suite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SLA compliance, module health, workload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044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558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Freshdesk-style inbox with conversation threads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276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762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276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issues by root cause automatically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89720" y="2834640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99448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848088" y="298094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99448" y="342900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issues with ₹ at risk — dashboard shows exposure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326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840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Per-email health score from ticket patterns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558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9044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(4 types)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558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issues, All issues, User performance, Email stats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276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8762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276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any feature per brand per tier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89720" y="4096512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299448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9848088" y="424281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299448" y="46908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ServiceNow, GitHub, custom REST 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840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9326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840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shows live health to customers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461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558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39044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3558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rate limiting, session expiry, audit trail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179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3276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8762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Reports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3276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incident reports one click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189720" y="5358384"/>
            <a:ext cx="2788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299448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9848088" y="550468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+ On-Call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299448" y="595274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users into teams, define on-call rotations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developers. Every person who touches a customer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2402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own issues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 workflow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triage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 + breach alerts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linking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33472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33472" y="1463040"/>
            <a:ext cx="22402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Support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bugs from clients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 inbox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resolution status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92624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92624" y="1463040"/>
            <a:ext cx="2240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9552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02352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test-fail issues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workflow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02352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for test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02352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dependencies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02352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health scores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51776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51776" y="1463040"/>
            <a:ext cx="2240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918704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61504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deal-blocking bugs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61504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escalation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61504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tagging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61504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to share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61504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visibility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10928" y="1463040"/>
            <a:ext cx="2240280" cy="5029200"/>
          </a:xfrm>
          <a:prstGeom prst="rect">
            <a:avLst/>
          </a:prstGeom>
          <a:solidFill>
            <a:srgbClr val="1A1B27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710928" y="1463040"/>
            <a:ext cx="2240280" cy="594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0236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277856" y="15910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820656" y="224028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 tracking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20656" y="306324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+ velocity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820656" y="388620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(AI-gen)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470916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reports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820656" y="5532120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Entire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issues to Jira, sync with GitHub, trigger Slack alerts, let AI triage — all automatic.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194560"/>
            <a:ext cx="85953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sync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Jira issues on new ticket. 2-way sync via Atlassian API.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🐙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233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2194560"/>
            <a:ext cx="1130198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194560"/>
            <a:ext cx="11301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linking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58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tickets as GitHub issues. Link commits to issues.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76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951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95160" y="2194560"/>
            <a:ext cx="453542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194560"/>
            <a:ext cx="453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76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incidents in ServiceNow with urgency mapping.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89720" y="160020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99448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96696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66960" y="2194560"/>
            <a:ext cx="79187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194560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299448" y="255117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webhook alerts for critical issues and SLA breaches.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515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SMTP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1560" y="4617720"/>
            <a:ext cx="1062533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617720"/>
            <a:ext cx="10625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HTML email notifications via Nodemailer.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558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0233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023360" y="4617720"/>
            <a:ext cx="318211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4617720"/>
            <a:ext cx="318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558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triage, comment summaries, daily standup digests.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276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9951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995160" y="4617720"/>
            <a:ext cx="85953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461772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276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any internal API with configurable endpoint + auth.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89720" y="4023360"/>
            <a:ext cx="278892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299448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966960" y="4242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Webhooks/Zapier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966960" y="4617720"/>
            <a:ext cx="859536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0" y="461772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99448" y="497433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n8n, Zapier, or any automation on issue events.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isolated, encrypted, and protected at every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24128" y="2075688"/>
            <a:ext cx="859536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756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242316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hashed with bcrypt (cost 10). Zero plain-text credentials ever stored.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150876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150876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74336" y="16916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74336" y="2075688"/>
            <a:ext cx="453542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2075688"/>
            <a:ext cx="453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34256" y="242316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login attempts per IP per 15 minutes. Brute-force attacks blocked at the API.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74736" y="150876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150876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924544" y="16916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24544" y="2075688"/>
            <a:ext cx="724205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24544" y="2075688"/>
            <a:ext cx="7242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84464" y="242316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expire in 8h (30d with Remember Me). Force-logout any session from Owner Portal.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4048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24128" y="40233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24128" y="4407408"/>
            <a:ext cx="994867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407408"/>
            <a:ext cx="994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" y="475488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brand's data in a separate JSON file. Cross-brand access is architecturally impossible.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24528" y="384048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24528" y="384048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425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974336" y="40233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974336" y="4407408"/>
            <a:ext cx="859536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440740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34256" y="475488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user, timestamp, issue ID. Full activity history for compliance.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3840480"/>
            <a:ext cx="3767328" cy="210312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74736" y="3840480"/>
            <a:ext cx="376732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924544" y="40233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924544" y="4407408"/>
            <a:ext cx="859536" cy="20116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4544" y="440740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84464" y="4754880"/>
            <a:ext cx="35478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can put the platform in maintenance mode instantly. Custom message shown to all users.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Scale when you need to. Each brand billed separately.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611880" cy="5212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3611880" cy="502920"/>
          </a:xfrm>
          <a:prstGeom prst="rect">
            <a:avLst/>
          </a:prstGeom>
          <a:solidFill>
            <a:srgbClr val="475569">
              <a:alpha val="13000"/>
            </a:srgbClr>
          </a:solidFill>
          <a:ln w="12700">
            <a:solidFill>
              <a:srgbClr val="475569">
                <a:alpha val="27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17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forever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 + SLA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issues + watchers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599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users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6217920"/>
            <a:ext cx="333756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217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444752"/>
            <a:ext cx="3611880" cy="5212080"/>
          </a:xfrm>
          <a:prstGeom prst="rect">
            <a:avLst/>
          </a:prstGeom>
          <a:solidFill>
            <a:srgbClr val="1A1B27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76672" y="1426464"/>
            <a:ext cx="13716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79392" y="1444752"/>
            <a:ext cx="3611880" cy="502920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2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1517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16552" y="21031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416552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per brand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16552" y="310896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16552" y="3502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Sprints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16552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triage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16552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Workload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16552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+ Tags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16552" y="4599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16552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schedules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16552" y="5148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16552" y="5422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auto-resolve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16552" y="56967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users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16552" y="6217920"/>
            <a:ext cx="33375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6217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 Trial 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01584" y="1444752"/>
            <a:ext cx="3611880" cy="521208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01584" y="1444752"/>
            <a:ext cx="3611880" cy="50292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27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1517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38744" y="21031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8238744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per brand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38744" y="3108960"/>
            <a:ext cx="3337560" cy="0"/>
          </a:xfrm>
          <a:prstGeom prst="line">
            <a:avLst/>
          </a:prstGeom>
          <a:noFill/>
          <a:ln w="6350">
            <a:solidFill>
              <a:srgbClr val="1F21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38744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38744" y="3502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ServiceNow / GitHub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38744" y="3776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automation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238744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dashboard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38744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238744" y="4599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clustering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38744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38744" y="5148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238744" y="6217920"/>
            <a:ext cx="33375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38744" y="6217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 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Resolvo?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that combines engineering issue tracking + AI intelligence + email ticketing + owner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320040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727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572768"/>
            <a:ext cx="141732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5727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1572768"/>
            <a:ext cx="132588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1572768"/>
            <a:ext cx="141732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5727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572768"/>
            <a:ext cx="12344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57276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1572768"/>
            <a:ext cx="15087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5727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02996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white-label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029968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202996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2029968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2029968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2029968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202996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8120" y="2029968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54696" y="2029968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98280" y="2029968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34856" y="2029968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468880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46888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ticketing built-in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20440" y="2468880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246888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2468880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056" y="246888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2468880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46888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18120" y="2468880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54696" y="246888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98280" y="2468880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34856" y="246888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2907792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290779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 clustering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20440" y="2907792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57016" y="290779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83480" y="2907792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0056" y="2907792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55080" y="2907792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290779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8120" y="2907792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54696" y="2907792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098280" y="2907792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34856" y="2907792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3346704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33467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tracking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520440" y="3346704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57016" y="334670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983480" y="3346704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0056" y="3346704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55080" y="3346704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91656" y="334670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18120" y="3346704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54696" y="3346704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098280" y="3346704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34856" y="3346704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74320" y="3785616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378561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scores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520440" y="3785616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57016" y="378561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983480" y="3785616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0056" y="3785616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55080" y="3785616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91656" y="378561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818120" y="3785616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54696" y="3785616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098280" y="3785616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34856" y="3785616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74320" y="4224528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42245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workload reports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520440" y="4224528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57016" y="422452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983480" y="4224528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0056" y="4224528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355080" y="4224528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91656" y="4224528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818120" y="4224528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54696" y="4224528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9098280" y="4224528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34856" y="4224528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274320" y="4663440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466344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surveys built-in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520440" y="4663440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57016" y="466344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983480" y="4663440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20056" y="466344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6355080" y="4663440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91656" y="4663440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7818120" y="4663440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54696" y="466344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9098280" y="4663440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134856" y="4663440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274320" y="5102352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0896" y="510235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 breach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520440" y="5102352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57016" y="510235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983480" y="5102352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0056" y="5102352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355080" y="5102352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91656" y="5102352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7818120" y="5102352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854696" y="5102352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9098280" y="5102352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134856" y="5102352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274320" y="5541264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10896" y="554126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detector (AI)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520440" y="5541264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557016" y="554126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4983480" y="5541264"/>
            <a:ext cx="13258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020056" y="5541264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6355080" y="5541264"/>
            <a:ext cx="14173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91656" y="5541264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7818120" y="5541264"/>
            <a:ext cx="12344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54696" y="5541264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9098280" y="5541264"/>
            <a:ext cx="15087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134856" y="5541264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274320" y="5980176"/>
            <a:ext cx="320040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10896" y="598017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520440" y="5980176"/>
            <a:ext cx="1417320" cy="411480"/>
          </a:xfrm>
          <a:prstGeom prst="rect">
            <a:avLst/>
          </a:prstGeom>
          <a:solidFill>
            <a:srgbClr val="FFF7E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557016" y="598017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4983480" y="5980176"/>
            <a:ext cx="132588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020056" y="5980176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$7.75/user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6355080" y="5980176"/>
            <a:ext cx="141732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391656" y="598017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$15/user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7818120" y="5980176"/>
            <a:ext cx="123444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54696" y="5980176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$8/user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9098280" y="5980176"/>
            <a:ext cx="1508760" cy="41148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134856" y="5980176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teams achieve after switching to Resolvo: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27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84048" y="2386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42% before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417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527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361688" y="2386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61688" y="2788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dropped 18h → 5.8h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3703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3703320"/>
            <a:ext cx="3794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813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39328" y="4672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5074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3794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13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84048" y="4672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escalations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5074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angry customers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5989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5989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6099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361688" y="6958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tools needed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61688" y="7360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tracker + helpdesk in one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5989320"/>
            <a:ext cx="3794760" cy="2057400"/>
          </a:xfrm>
          <a:prstGeom prst="rect">
            <a:avLst/>
          </a:prstGeom>
          <a:solidFill>
            <a:srgbClr val="1A1B27"/>
          </a:solidFill>
          <a:ln w="6350">
            <a:solidFill>
              <a:srgbClr val="1F21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5989320"/>
            <a:ext cx="3794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6099048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8339328" y="695858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7360920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DB config needed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6400800" cy="640080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Team Tracks Issues?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3749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engineering teams who've moved from chaos to clarity with Resolvo.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4434840"/>
            <a:ext cx="265176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4348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4434840"/>
            <a:ext cx="2651760" cy="658368"/>
          </a:xfrm>
          <a:prstGeom prst="rect">
            <a:avLst/>
          </a:prstGeom>
          <a:solidFill>
            <a:srgbClr val="1A1B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4348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asifshaikh19978@gmail.com   ·   📱 +91 82860 63819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Resolvo  |  Issue Tracking · AI Intelligence · Email Ticketing · Owner Portal  |  Free · Pro · Enterprise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Resolvo — Product Deck</dc:title>
  <dc:subject>PptxGenJS Presentation</dc:subject>
  <dc:creator>Asif</dc:creator>
  <cp:lastModifiedBy>Asif</cp:lastModifiedBy>
  <cp:revision>1</cp:revision>
  <dcterms:created xsi:type="dcterms:W3CDTF">2026-06-05T06:36:44Z</dcterms:created>
  <dcterms:modified xsi:type="dcterms:W3CDTF">2026-06-05T06:36:44Z</dcterms:modified>
</cp:coreProperties>
</file>